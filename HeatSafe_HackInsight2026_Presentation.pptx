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ck Insight 2026" id="{D27E10AB-BB75-0403-50BE-A673A199689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256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Hack_Insight_2026_Tech_Banner__1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7124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HACK INSIGHT 2026  |  NED University of Engineering &amp; Technology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HACK INSIGHT 2026  |  NED University of Engineering &amp; Technology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Hack_Insight_2026_Tech_Banner__1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71246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HeatSafe Pakistan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HeatSafe Pakistan Team  |  Climate &amp; Health / 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188720"/>
            <a:ext cx="49377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Karachi faces dangerous heat and changing weather. Residents lack one simple place to view current conditions, explore long-term trends and understand heat-related risks.</a:t>
            </a:r>
            <a:endParaRPr lang="en-US" sz="1800" dirty="0"/>
          </a:p>
        </p:txBody>
      </p:sp>
      <p:sp>
        <p:nvSpPr>
          <p:cNvPr id="6" name="Side card 1"/>
          <p:cNvSpPr/>
          <p:nvPr/>
        </p:nvSpPr>
        <p:spPr>
          <a:xfrm>
            <a:off x="5669280" y="118872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7" name="Number 1"/>
          <p:cNvSpPr txBox="1"/>
          <p:nvPr/>
        </p:nvSpPr>
        <p:spPr>
          <a:xfrm>
            <a:off x="585216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Who is affected?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Karachi residents, outdoor workers, students and local planners</a:t>
            </a:r>
            <a:endParaRPr lang="en-US" sz="1200" dirty="0"/>
          </a:p>
        </p:txBody>
      </p:sp>
      <p:sp>
        <p:nvSpPr>
          <p:cNvPr id="10" name="Side card 2"/>
          <p:cNvSpPr/>
          <p:nvPr/>
        </p:nvSpPr>
        <p:spPr>
          <a:xfrm>
            <a:off x="5669280" y="233172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1" name="Number 2"/>
          <p:cNvSpPr txBox="1"/>
          <p:nvPr/>
        </p:nvSpPr>
        <p:spPr>
          <a:xfrm>
            <a:off x="5852160" y="2651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Why does it matter?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862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Heat exposure affects health and work; raw climate data is difficult to interpret.</a:t>
            </a:r>
            <a:endParaRPr lang="en-US" sz="1200" dirty="0"/>
          </a:p>
        </p:txBody>
      </p:sp>
      <p:sp>
        <p:nvSpPr>
          <p:cNvPr id="14" name="Side card 3"/>
          <p:cNvSpPr/>
          <p:nvPr/>
        </p:nvSpPr>
        <p:spPr>
          <a:xfrm>
            <a:off x="5669280" y="347472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5" name="Number 3"/>
          <p:cNvSpPr txBox="1"/>
          <p:nvPr/>
        </p:nvSpPr>
        <p:spPr>
          <a:xfrm>
            <a:off x="5852160" y="3794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Our goal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Combine trusted weather sources, ML risk estimates and evidence-based guidance in one dashboard.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Dataset Declaration</a:t>
            </a:r>
            <a:endParaRPr lang="en-US" sz="3200" dirty="0"/>
          </a:p>
        </p:txBody>
      </p:sp>
      <p:graphicFrame>
        <p:nvGraphicFramePr>
          <p:cNvPr id="4" name="Datase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Dataset name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Karachi hourly weather + air quality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Source / link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Open-Meteo; NASA POWER; OpenAQ APIs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Size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41,616 raw hourly weather records per source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Time period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Jan 2022 – Sep 2026 (weather)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Format &amp; license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CSV / DuckDB; source licenses vary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Key features / target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Temp, humidity, dew point, wind; proxy risk 0–3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Stat card 1"/>
          <p:cNvSpPr/>
          <p:nvPr/>
        </p:nvSpPr>
        <p:spPr>
          <a:xfrm>
            <a:off x="6217920" y="1188720"/>
            <a:ext cx="2468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217920" y="1298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41.6K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Rows / records</a:t>
            </a:r>
            <a:endParaRPr lang="en-US" sz="1200" dirty="0"/>
          </a:p>
        </p:txBody>
      </p:sp>
      <p:sp>
        <p:nvSpPr>
          <p:cNvPr id="7" name="Stat card 2"/>
          <p:cNvSpPr/>
          <p:nvPr/>
        </p:nvSpPr>
        <p:spPr>
          <a:xfrm>
            <a:off x="6217920" y="2331720"/>
            <a:ext cx="2468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217920" y="2441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Hourly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Columns / features</a:t>
            </a:r>
            <a:endParaRPr lang="en-US" sz="1200" dirty="0"/>
          </a:p>
        </p:txBody>
      </p:sp>
      <p:sp>
        <p:nvSpPr>
          <p:cNvPr id="10" name="Stat card 3"/>
          <p:cNvSpPr/>
          <p:nvPr/>
        </p:nvSpPr>
        <p:spPr>
          <a:xfrm>
            <a:off x="6217920" y="3474720"/>
            <a:ext cx="2468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0" y="3584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CSV + DB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Dataset size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 Used</a:t>
            </a:r>
            <a:endParaRPr lang="en-US" sz="3200" dirty="0"/>
          </a:p>
        </p:txBody>
      </p:sp>
      <p:sp>
        <p:nvSpPr>
          <p:cNvPr id="3" name="Stage card 1"/>
          <p:cNvSpPr/>
          <p:nvPr/>
        </p:nvSpPr>
        <p:spPr>
          <a:xfrm>
            <a:off x="45720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4" name="Stage number 1"/>
          <p:cNvSpPr txBox="1"/>
          <p:nvPr/>
        </p:nvSpPr>
        <p:spPr>
          <a:xfrm>
            <a:off x="98298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Collection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Open-Meteo, NASA POWER, OpenAQ</a:t>
            </a:r>
            <a:endParaRPr lang="en-US" sz="1200" dirty="0"/>
          </a:p>
        </p:txBody>
      </p:sp>
      <p:sp>
        <p:nvSpPr>
          <p:cNvPr id="7" name="Arrow 1"/>
          <p:cNvSpPr/>
          <p:nvPr/>
        </p:nvSpPr>
        <p:spPr>
          <a:xfrm>
            <a:off x="192024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Stage card 2"/>
          <p:cNvSpPr/>
          <p:nvPr/>
        </p:nvSpPr>
        <p:spPr>
          <a:xfrm>
            <a:off x="214884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9" name="Stage number 2"/>
          <p:cNvSpPr txBox="1"/>
          <p:nvPr/>
        </p:nvSpPr>
        <p:spPr>
          <a:xfrm>
            <a:off x="267462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Cleaning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2788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Timestamp alignment, missingness, QA flags</a:t>
            </a:r>
            <a:endParaRPr lang="en-US" sz="1200" dirty="0"/>
          </a:p>
        </p:txBody>
      </p:sp>
      <p:sp>
        <p:nvSpPr>
          <p:cNvPr id="12" name="Arrow 2"/>
          <p:cNvSpPr/>
          <p:nvPr/>
        </p:nvSpPr>
        <p:spPr>
          <a:xfrm>
            <a:off x="361188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Stage card 3"/>
          <p:cNvSpPr/>
          <p:nvPr/>
        </p:nvSpPr>
        <p:spPr>
          <a:xfrm>
            <a:off x="384048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4" name="Stage number 3"/>
          <p:cNvSpPr txBox="1"/>
          <p:nvPr/>
        </p:nvSpPr>
        <p:spPr>
          <a:xfrm>
            <a:off x="436626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Analysis / EDA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788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Hourly/monthly trends; source comparisons</a:t>
            </a:r>
            <a:endParaRPr lang="en-US" sz="1200" dirty="0"/>
          </a:p>
        </p:txBody>
      </p:sp>
      <p:sp>
        <p:nvSpPr>
          <p:cNvPr id="17" name="Arrow 3"/>
          <p:cNvSpPr/>
          <p:nvPr/>
        </p:nvSpPr>
        <p:spPr>
          <a:xfrm>
            <a:off x="530352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8" name="Stage card 4"/>
          <p:cNvSpPr/>
          <p:nvPr/>
        </p:nvSpPr>
        <p:spPr>
          <a:xfrm>
            <a:off x="553212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9" name="Stage number 4"/>
          <p:cNvSpPr txBox="1"/>
          <p:nvPr/>
        </p:nvSpPr>
        <p:spPr>
          <a:xfrm>
            <a:off x="605790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2788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Gradient boosting; 4 proxy risk levels</a:t>
            </a:r>
            <a:endParaRPr lang="en-US" sz="1200" dirty="0"/>
          </a:p>
        </p:txBody>
      </p:sp>
      <p:sp>
        <p:nvSpPr>
          <p:cNvPr id="22" name="Arrow 4"/>
          <p:cNvSpPr/>
          <p:nvPr/>
        </p:nvSpPr>
        <p:spPr>
          <a:xfrm>
            <a:off x="699516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3" name="Stage card 5"/>
          <p:cNvSpPr/>
          <p:nvPr/>
        </p:nvSpPr>
        <p:spPr>
          <a:xfrm>
            <a:off x="722376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24" name="Stage number 5"/>
          <p:cNvSpPr txBox="1"/>
          <p:nvPr/>
        </p:nvSpPr>
        <p:spPr>
          <a:xfrm>
            <a:off x="774954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Dashboard / App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788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Streamlit + Plotly + Gemini/RAG</a:t>
            </a:r>
            <a:endParaRPr lang="en-US" sz="1200" dirty="0"/>
          </a:p>
        </p:txBody>
      </p:sp>
      <p:sp>
        <p:nvSpPr>
          <p:cNvPr id="27" name="Summary bar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3886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Weather APIs → validated data → trends, proxy heat-risk estimates and safety guidance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 Details &amp; Tools</a:t>
            </a:r>
            <a:endParaRPr lang="en-US" sz="3200" dirty="0"/>
          </a:p>
        </p:txBody>
      </p:sp>
      <p:graphicFrame>
        <p:nvGraphicFramePr>
          <p:cNvPr id="6" name="Too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Stage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Tools / Libraries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we did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Collection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Python, requests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Fetched historical weather and PM2.5 API data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Preprocessing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Pandas, DuckDB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Aligned hourly timestamps; built processed dataset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Analysis / EDA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Pandas, Plotly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Explored trends and flagged 66 disagreements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Modeling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scikit-learn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HistGradientBoosting; F1 0.852 (proxy labels)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Dashboard / App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Streamlit, Gemini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Live weather, forecast, charts and RAG guidance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Dashboard / App Views</a:t>
            </a:r>
            <a:endParaRPr lang="en-US" sz="3200" dirty="0"/>
          </a:p>
        </p:txBody>
      </p:sp>
      <p:sp>
        <p:nvSpPr>
          <p:cNvPr id="3" name="Screenshot 1"/>
          <p:cNvSpPr/>
          <p:nvPr/>
        </p:nvSpPr>
        <p:spPr>
          <a:xfrm>
            <a:off x="457200" y="1188720"/>
            <a:ext cx="493776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548640" y="12527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OVERVIEW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Paste screenshot here</a:t>
            </a:r>
            <a:endParaRPr lang="en-US" sz="1200" dirty="0"/>
          </a:p>
        </p:txBody>
      </p:sp>
      <p:sp>
        <p:nvSpPr>
          <p:cNvPr id="6" name="Screenshot 2"/>
          <p:cNvSpPr/>
          <p:nvPr/>
        </p:nvSpPr>
        <p:spPr>
          <a:xfrm>
            <a:off x="5577840" y="1188720"/>
            <a:ext cx="31089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669280" y="12527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WEATHER TRENDS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Paste screenshot here</a:t>
            </a:r>
            <a:endParaRPr lang="en-US" sz="1200" dirty="0"/>
          </a:p>
        </p:txBody>
      </p:sp>
      <p:sp>
        <p:nvSpPr>
          <p:cNvPr id="9" name="Screenshot 3"/>
          <p:cNvSpPr/>
          <p:nvPr/>
        </p:nvSpPr>
        <p:spPr>
          <a:xfrm>
            <a:off x="5577840" y="2743200"/>
            <a:ext cx="31089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5669280" y="28072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ASK HEATSAFE AI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Paste screenshot here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Repo: github.com/WajihaAd/HeatSafe-Pakistan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" y="1239012"/>
            <a:ext cx="4837176" cy="2825496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132" y="1239012"/>
            <a:ext cx="3008376" cy="1271016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8132" y="2793492"/>
            <a:ext cx="3008376" cy="12710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Finding card 1"/>
          <p:cNvSpPr/>
          <p:nvPr/>
        </p:nvSpPr>
        <p:spPr>
          <a:xfrm>
            <a:off x="457200" y="1188720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4" name="Finding number 1"/>
          <p:cNvSpPr txBox="1"/>
          <p:nvPr/>
        </p:nvSpPr>
        <p:spPr>
          <a:xfrm>
            <a:off x="64008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Key finding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37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41,615 usable hourly rows shown in dashboard (2022–2026).</a:t>
            </a:r>
            <a:endParaRPr lang="en-US" sz="1200" dirty="0"/>
          </a:p>
        </p:txBody>
      </p:sp>
      <p:sp>
        <p:nvSpPr>
          <p:cNvPr id="7" name="Finding card 2"/>
          <p:cNvSpPr/>
          <p:nvPr/>
        </p:nvSpPr>
        <p:spPr>
          <a:xfrm>
            <a:off x="457200" y="2331720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8" name="Finding number 2"/>
          <p:cNvSpPr txBox="1"/>
          <p:nvPr/>
        </p:nvSpPr>
        <p:spPr>
          <a:xfrm>
            <a:off x="640080" y="2651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560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Key finding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66 cross-source temperature disagreements flagged for review.</a:t>
            </a:r>
            <a:endParaRPr lang="en-US" sz="1200" dirty="0"/>
          </a:p>
        </p:txBody>
      </p:sp>
      <p:sp>
        <p:nvSpPr>
          <p:cNvPr id="11" name="Finding card 3"/>
          <p:cNvSpPr/>
          <p:nvPr/>
        </p:nvSpPr>
        <p:spPr>
          <a:xfrm>
            <a:off x="457200" y="3474720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2" name="Finding number 3"/>
          <p:cNvSpPr txBox="1"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703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Key finding 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023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ML proxy risk classifier achieved F1 0.852 on evaluation.</a:t>
            </a:r>
            <a:endParaRPr lang="en-US" sz="1200" dirty="0"/>
          </a:p>
        </p:txBody>
      </p:sp>
      <p:sp>
        <p:nvSpPr>
          <p:cNvPr id="15" name="Impact card"/>
          <p:cNvSpPr/>
          <p:nvPr/>
        </p:nvSpPr>
        <p:spPr>
          <a:xfrm>
            <a:off x="5852160" y="1188720"/>
            <a:ext cx="283464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8076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IMPACT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1737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Residents can interpret local weather, trends and heat precautions in one place.</a:t>
            </a:r>
            <a:endParaRPr lang="en-US" sz="1400" dirty="0"/>
          </a:p>
        </p:txBody>
      </p:sp>
      <p:sp>
        <p:nvSpPr>
          <p:cNvPr id="18" name="Future work card"/>
          <p:cNvSpPr/>
          <p:nvPr/>
        </p:nvSpPr>
        <p:spPr>
          <a:xfrm>
            <a:off x="5852160" y="2880360"/>
            <a:ext cx="28346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8076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FUTURE WORK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Extend to 2020–21; validate alerts; publish Prefect results; expand verified RAG corpus.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Team &amp; Credits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HEATSAFE PAKISTAN TEAM</a:t>
            </a:r>
            <a:endParaRPr lang="en-US" sz="2800" dirty="0"/>
          </a:p>
        </p:txBody>
      </p:sp>
      <p:sp>
        <p:nvSpPr>
          <p:cNvPr id="4" name="Member card 1"/>
          <p:cNvSpPr/>
          <p:nvPr/>
        </p:nvSpPr>
        <p:spPr>
          <a:xfrm>
            <a:off x="45720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5" name="Avatar 1"/>
          <p:cNvSpPr txBox="1"/>
          <p:nvPr/>
        </p:nvSpPr>
        <p:spPr>
          <a:xfrm>
            <a:off x="109728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AB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Team member 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/>
              <a:t>Wajiha</a:t>
            </a:r>
            <a:r>
              <a:rPr lang="en-US" sz="1200" dirty="0"/>
              <a:t> Adnan DT-23001</a:t>
            </a:r>
          </a:p>
        </p:txBody>
      </p:sp>
      <p:sp>
        <p:nvSpPr>
          <p:cNvPr id="8" name="Member card 2"/>
          <p:cNvSpPr/>
          <p:nvPr/>
        </p:nvSpPr>
        <p:spPr>
          <a:xfrm>
            <a:off x="256032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9" name="Avatar 2"/>
          <p:cNvSpPr txBox="1"/>
          <p:nvPr/>
        </p:nvSpPr>
        <p:spPr>
          <a:xfrm>
            <a:off x="320040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AB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Team member 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/>
              <a:t>Sarisa</a:t>
            </a:r>
            <a:r>
              <a:rPr lang="en-US" sz="1200" dirty="0"/>
              <a:t> Parvez DT-23026</a:t>
            </a:r>
          </a:p>
        </p:txBody>
      </p:sp>
      <p:sp>
        <p:nvSpPr>
          <p:cNvPr id="12" name="Member card 3"/>
          <p:cNvSpPr/>
          <p:nvPr/>
        </p:nvSpPr>
        <p:spPr>
          <a:xfrm>
            <a:off x="466344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3" name="Avatar 3"/>
          <p:cNvSpPr txBox="1"/>
          <p:nvPr/>
        </p:nvSpPr>
        <p:spPr>
          <a:xfrm>
            <a:off x="530352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Team member 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/>
              <a:t>Iqra</a:t>
            </a:r>
            <a:r>
              <a:rPr lang="en-US" sz="1200" dirty="0"/>
              <a:t> DT-23048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685800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Mentor / contact: add verified details  |  github.com/WajihaAd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Thank you!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ckInsight">
  <a:themeElements>
    <a:clrScheme name="HackInsight">
      <a:dk1>
        <a:srgbClr val="151515"/>
      </a:dk1>
      <a:lt1>
        <a:srgbClr val="FFFFFF"/>
      </a:lt1>
      <a:dk2>
        <a:srgbClr val="0B5D2A"/>
      </a:dk2>
      <a:lt2>
        <a:srgbClr val="EAF6EE"/>
      </a:lt2>
      <a:accent1>
        <a:srgbClr val="1FA84F"/>
      </a:accent1>
      <a:accent2>
        <a:srgbClr val="0B5D2A"/>
      </a:accent2>
      <a:accent3>
        <a:srgbClr val="151515"/>
      </a:accent3>
      <a:accent4>
        <a:srgbClr val="8FD9A8"/>
      </a:accent4>
      <a:accent5>
        <a:srgbClr val="F2B632"/>
      </a:accent5>
      <a:accent6>
        <a:srgbClr val="5F6B66"/>
      </a:accent6>
      <a:hlink>
        <a:srgbClr val="1FA84F"/>
      </a:hlink>
      <a:folHlink>
        <a:srgbClr val="0B5D2A"/>
      </a:folHlink>
    </a:clrScheme>
    <a:fontScheme name="HackIns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467</Words>
  <Application>Microsoft Office PowerPoint</Application>
  <PresentationFormat>On-screen Show (16:9)</PresentationFormat>
  <Paragraphs>119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HackInsight</vt:lpstr>
      <vt:lpstr>HeatSafe Pakistan</vt:lpstr>
      <vt:lpstr>Problem Statement</vt:lpstr>
      <vt:lpstr>Dataset Declaration</vt:lpstr>
      <vt:lpstr>Pipeline Used</vt:lpstr>
      <vt:lpstr>Pipeline Details &amp; Tools</vt:lpstr>
      <vt:lpstr>Dashboard / App Views</vt:lpstr>
      <vt:lpstr>Conclusion</vt:lpstr>
      <vt:lpstr>Team &amp; Credits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Insight 2026 - Team Template</dc:title>
  <dc:subject>PptxGenJS Presentation</dc:subject>
  <dc:creator>PptxGenJS</dc:creator>
  <cp:lastModifiedBy>Parvez</cp:lastModifiedBy>
  <cp:revision>3</cp:revision>
  <dcterms:created xsi:type="dcterms:W3CDTF">2026-10-21T15:16:12Z</dcterms:created>
  <dcterms:modified xsi:type="dcterms:W3CDTF">2026-10-21T18:53:09Z</dcterms:modified>
</cp:coreProperties>
</file>